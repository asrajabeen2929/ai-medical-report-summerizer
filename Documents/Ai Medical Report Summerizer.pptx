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https://assets.website-files.com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https://i.marketingprofs.com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https://cdn.prod.website-files.com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https://assets.website-files.com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https://i.marketingprofs.com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https://assets-global.website-files.com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https://assets.website-files.com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https://i.marketingprofs.com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https://cdn.prod.website-files.com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https://cdn.prod.website-files.com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 Medical Report Summerizer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assets.website-files.com/5e305a6cb7083222527a89cc/64f208bbdbaf4cb66349294f_how_to_build_an_ai_medical_records_summarizer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2078" y="1143000"/>
            <a:ext cx="3254644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AI Medical Report Summarizer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 medical report summarizers utilize advanced algorithms to extract key information from lengthy medical documents.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aim to improve efficiency and accuracy in clinical workflows.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technology is increasingly adopted in healthcare settings worldwide.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marketingprofs.com/assets/images/articles/lg/MP-AI-Update-l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63065"/>
            <a:ext cx="4114800" cy="216027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Medical Report Summarization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Medical reports contain critical patient information that needs quick interpretation.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Summarization reduces the time clinicians spend reading detailed reports.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summaries support better decision-making and patient outcomes.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dn.prod.website-files.com/5e305a6cb7083222527a89cc/64f2088af4d46ab6dd67fb02_how_ai_medical_documents_summarization_benefits_medical_affairs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8953" y="1143000"/>
            <a:ext cx="3500893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Features of AI Medical Summarizers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leverage natural language processing (NLP) to understand medical terminology.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Summarizers can identify and highlight relevant clinical findings automatically.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are capable of handling various types of medical documents, including radiology and pathology reports.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assets.website-files.com/5e305a6cb7083222527a89cc/64f208bbdbaf4cb66349294f_how_to_build_an_ai_medical_records_summarizer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2078" y="1143000"/>
            <a:ext cx="3254644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Technologies Behind AI Summarization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Deep learning models like transformers are commonly used for contextual understanding.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algorithms are trained on large datasets of medical reports.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Integration with electronic health records (EHR) systems enhances usability.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marketingprofs.com/assets/images/articles/lg/MP-AI-Update-l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63065"/>
            <a:ext cx="4114800" cy="216027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Benefits of Using AI Summarizers in Healthcare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significantly reduce the time required to review patient reports.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Summarizers improve consistency and reduce human errors.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enable clinicians to focus more on patient care rather than documentation.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assets-global.website-files.com/5e305a6cb7083222527a89cc/64f208bbdbaf4cb66349294f_how_to_build_an_ai_medical_records_summarizer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2078" y="1143000"/>
            <a:ext cx="3254644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AI Medical Report Summarization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Ensuring the accuracy and reliability of generated summaries remains a concern.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Variability in report formats can complicate the summarization process.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privacy and compliance with regulations like HIPAA are critical considerations.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assets.website-files.com/5e305a6cb7083222527a89cc/64f208bbdbaf4cb66349294f_how_to_build_an_ai_medical_records_summarizer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2078" y="1143000"/>
            <a:ext cx="3254644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Current Applications and Use Cases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 summarizers assist in triaging urgent cases by highlighting critical findings.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are used for summarizing discharge summaries and history reports.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Some systems provide real-time summarization during patient consultations.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marketingprofs.com/assets/images/articles/lg/MP-AI-Update-l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63065"/>
            <a:ext cx="4114800" cy="216027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Trends and Developments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Integration of multimodal data (images, lab results) for comprehensive summaries is emerging.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Continual learning models will adapt to evolving medical language and practices.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Enhanced personalization of summaries based on clinician preferences is being explored.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dn.prod.website-files.com/5e305a6cb7083222527a89cc/64f2088af4d46ab6dd67fb02_how_ai_medical_documents_summarization_benefits_medical_affairs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8953" y="1143000"/>
            <a:ext cx="3500893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Ethical and Regulatory Considerations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Transparency in how AI generates summaries is essential for clinician trust.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Validation and rigorous testing are necessary to ensure safety and accuracy.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Compliance with healthcare regulations ensures responsible deployment of AI tools.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dn.prod.website-files.com/5e305a6cb7083222527a89cc/64f2088af4d46ab6dd67fb02_how_ai_medical_documents_summarization_benefits_medical_affairs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8953" y="1143000"/>
            <a:ext cx="3500893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Outlook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 medical report summarizers have the potential to revolutionize healthcare documentation.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research aims to improve their precision, reliability, and integration.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Embracing this technology can lead to more efficient clinical workflows and better patient care.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Medical Report Summerizer</dc:title>
  <dc:subject>Ai Medical Report Summerizer</dc:subject>
  <dc:creator>SlideMake.com</dc:creator>
  <cp:lastModifiedBy>SlideMake.com</cp:lastModifiedBy>
  <cp:revision>1</cp:revision>
  <dcterms:created xsi:type="dcterms:W3CDTF">2026-07-10T05:44:39Z</dcterms:created>
  <dcterms:modified xsi:type="dcterms:W3CDTF">2026-07-10T05:44:39Z</dcterms:modified>
</cp:coreProperties>
</file>